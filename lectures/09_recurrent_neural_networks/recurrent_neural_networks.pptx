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6de612922d72fb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6de612922d72fb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6de612922d72fb9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6de612922d72fb9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6de612922d72fb9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6de612922d72fb9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6de612922d72fb9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6de612922d72fb9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6de612922d72fb9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6de612922d72fb9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6de612922d72fb9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6de612922d72fb9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6de612922d72fb9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6de612922d72fb9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6de612922d72fb9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6de612922d72fb9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6de612922d72fb9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6de612922d72fb9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6de612922d72fb9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6de612922d72fb9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6de612922d72fb9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6de612922d72fb9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6de612922d72fb9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6de612922d72fb9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6de612922d72fb9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6de612922d72fb9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6de612922d72fb9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6de612922d72fb9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6de612922d72fb9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6de612922d72fb9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6de612922d72fb9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6de612922d72fb9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6de612922d72fb9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6de612922d72fb9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6de612922d72fb9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6de612922d72fb9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6de612922d72fb9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6de612922d72fb9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6de612922d72fb92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6de612922d72fb9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6de612922d72fb9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6de612922d72fb9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6de612922d72fb9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h6de612922d72fb9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6de612922d72fb92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h6de612922d72fb92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6de612922d72fb92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h6de612922d72fb9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6de612922d72fb9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h6de612922d72fb9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6de612922d72fb9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h6de612922d72fb9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6de612922d72fb9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h6de612922d72fb9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6de612922d72fb92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h6de612922d72fb92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6de612922d72fb92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h6de612922d72fb92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6de612922d72fb92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h6de612922d72fb92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6de612922d72fb92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h6de612922d72fb92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6de612922d72fb92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h6de612922d72fb92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6de612922d72fb92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h6de612922d72fb92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6de612922d72fb92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h6de612922d72fb92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6de612922d72fb92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h6de612922d72fb92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6de612922d72fb92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h6de612922d72fb92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6de612922d72fb92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h6de612922d72fb92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6de612922d72fb92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6de612922d72fb92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6de612922d72fb92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h6de612922d72fb92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6de612922d72fb92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h6de612922d72fb92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6de612922d72fb92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h6de612922d72fb92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6de612922d72fb92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h6de612922d72fb92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6de612922d72fb92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h6de612922d72fb92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h6de612922d72fb92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h6de612922d72fb92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6de612922d72fb92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h6de612922d72fb92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6de612922d72fb92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h6de612922d72fb92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6de612922d72fb9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h6de612922d72fb9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h6de612922d72fb92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h6de612922d72fb9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h6de612922d72fb92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h6de612922d72fb92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829" y="15240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45159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2649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207" y="0"/>
            <a:ext cx="687358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025" y="0"/>
            <a:ext cx="68602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275" y="0"/>
            <a:ext cx="689998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300" y="0"/>
            <a:ext cx="686238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925" y="0"/>
            <a:ext cx="68141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875" y="0"/>
            <a:ext cx="68668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875" y="0"/>
            <a:ext cx="687123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175" y="-31325"/>
            <a:ext cx="642272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450" y="0"/>
            <a:ext cx="649109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900" y="0"/>
            <a:ext cx="647238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175" y="-31325"/>
            <a:ext cx="6422724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0877" y="0"/>
            <a:ext cx="690224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775" y="0"/>
            <a:ext cx="642882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9124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574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4744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7458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125" y="0"/>
            <a:ext cx="687128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</a:t>
            </a:r>
            <a:endParaRPr/>
          </a:p>
        </p:txBody>
      </p:sp>
      <p:sp>
        <p:nvSpPr>
          <p:cNvPr id="179" name="Google Shape;179;p36"/>
          <p:cNvSpPr txBox="1"/>
          <p:nvPr>
            <p:ph idx="1" type="body"/>
          </p:nvPr>
        </p:nvSpPr>
        <p:spPr>
          <a:xfrm>
            <a:off x="311700" y="1152475"/>
            <a:ext cx="75540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Supongamos que tenemos una partícula moviéndose en una dimensión. </a:t>
            </a:r>
            <a:endParaRPr/>
          </a:p>
        </p:txBody>
      </p:sp>
      <p:sp>
        <p:nvSpPr>
          <p:cNvPr id="180" name="Google Shape;180;p36"/>
          <p:cNvSpPr txBox="1"/>
          <p:nvPr/>
        </p:nvSpPr>
        <p:spPr>
          <a:xfrm>
            <a:off x="311700" y="1540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Medimos tres cantidades: </a:t>
            </a:r>
            <a:endParaRPr/>
          </a:p>
        </p:txBody>
      </p:sp>
      <p:sp>
        <p:nvSpPr>
          <p:cNvPr id="181" name="Google Shape;181;p36"/>
          <p:cNvSpPr txBox="1"/>
          <p:nvPr/>
        </p:nvSpPr>
        <p:spPr>
          <a:xfrm>
            <a:off x="381600" y="1907925"/>
            <a:ext cx="76749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Medimos tres cantidades: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\[ x(t),\quad v(t),\quad a(t) \]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Pero sabemos que: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\[ v(t)=\frac{dx}{dt},\qquad a(t)=\frac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Esto significa que las tres cantidades están relacionadas.</a:t>
            </a:r>
            <a:endParaRPr/>
          </a:p>
        </p:txBody>
      </p:sp>
      <p:pic>
        <p:nvPicPr>
          <p:cNvPr id="182" name="Google Shape;18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925" y="2307775"/>
            <a:ext cx="2397286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925" y="3075050"/>
            <a:ext cx="2901950" cy="4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/>
        </p:nvSpPr>
        <p:spPr>
          <a:xfrm>
            <a:off x="176675" y="282675"/>
            <a:ext cx="797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Ahora supongamos que la partícula es un oscilador armónico: </a:t>
            </a:r>
            <a:endParaRPr/>
          </a:p>
        </p:txBody>
      </p:sp>
      <p:pic>
        <p:nvPicPr>
          <p:cNvPr id="189" name="Google Shape;18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075" y="682875"/>
            <a:ext cx="2618349" cy="54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3450" y="682875"/>
            <a:ext cx="2213099" cy="54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7"/>
          <p:cNvSpPr txBox="1"/>
          <p:nvPr/>
        </p:nvSpPr>
        <p:spPr>
          <a:xfrm>
            <a:off x="219075" y="1561675"/>
            <a:ext cx="87984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Por lo tanto, si conocemos la posición y la frecuencia del oscilador, ya conocemos su aceleración.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No necesitamos almacenar tres cantidades independientes para describir su estado instantáneo. Bastan:</a:t>
            </a:r>
            <a:endParaRPr/>
          </a:p>
        </p:txBody>
      </p:sp>
      <p:pic>
        <p:nvPicPr>
          <p:cNvPr id="192" name="Google Shape;192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2075" y="2363575"/>
            <a:ext cx="2213100" cy="53004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7"/>
          <p:cNvSpPr txBox="1"/>
          <p:nvPr/>
        </p:nvSpPr>
        <p:spPr>
          <a:xfrm>
            <a:off x="92075" y="3165775"/>
            <a:ext cx="872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 estas dos variables y las ecuaciones del movimiento podemos determinar su evolución futura.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0350"/>
            <a:ext cx="5815524" cy="34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8"/>
          <p:cNvSpPr txBox="1"/>
          <p:nvPr/>
        </p:nvSpPr>
        <p:spPr>
          <a:xfrm>
            <a:off x="134275" y="282650"/>
            <a:ext cx="877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Imagina que alimentamos una LSTM con: </a:t>
            </a:r>
            <a:endParaRPr/>
          </a:p>
        </p:txBody>
      </p:sp>
      <p:pic>
        <p:nvPicPr>
          <p:cNvPr id="200" name="Google Shape;20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5450" y="264850"/>
            <a:ext cx="1600950" cy="4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/>
          <p:nvPr/>
        </p:nvSpPr>
        <p:spPr>
          <a:xfrm>
            <a:off x="-14550" y="501725"/>
            <a:ext cx="9173100" cy="22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Aunque recibe tres números, la información física independiente podría tener solamente dos dimensiones.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La red puede aprender esta redundancia.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Por ejemplo, si el objetivo es predecir el estado futuro, podría aprender que: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Y que la aceleración está determinada por la posición.</a:t>
            </a:r>
            <a:endParaRPr/>
          </a:p>
        </p:txBody>
      </p:sp>
      <p:pic>
        <p:nvPicPr>
          <p:cNvPr id="206" name="Google Shape;20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7263" y="1810950"/>
            <a:ext cx="2773825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9"/>
          <p:cNvSpPr txBox="1"/>
          <p:nvPr/>
        </p:nvSpPr>
        <p:spPr>
          <a:xfrm>
            <a:off x="113075" y="2854850"/>
            <a:ext cx="8826600" cy="1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1"/>
                </a:solidFill>
              </a:rPr>
              <a:t>¿Y por qué utilizar cinco neuronas intermedias si solo hay dos variables independientes?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100">
                <a:solidFill>
                  <a:schemeClr val="dk1"/>
                </a:solidFill>
              </a:rPr>
              <a:t>Porque la dimensión de la representación interna no tiene que coincidir con la dimensión física del sistema.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08" name="Google Shape;20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0075" y="4122075"/>
            <a:ext cx="2848200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9"/>
          <p:cNvSpPr txBox="1"/>
          <p:nvPr/>
        </p:nvSpPr>
        <p:spPr>
          <a:xfrm>
            <a:off x="113075" y="4607350"/>
            <a:ext cx="877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Donde ciertas relaciones no lineales pueden resultar más fáciles de representar utilizando esas cinco características.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 txBox="1"/>
          <p:nvPr/>
        </p:nvSpPr>
        <p:spPr>
          <a:xfrm>
            <a:off x="0" y="0"/>
            <a:ext cx="734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 ejemplo, la energía del oscilador es: </a:t>
            </a:r>
            <a:endParaRPr/>
          </a:p>
        </p:txBody>
      </p:sp>
      <p:pic>
        <p:nvPicPr>
          <p:cNvPr id="215" name="Google Shape;21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7250" y="476250"/>
            <a:ext cx="1947025" cy="73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0"/>
          <p:cNvSpPr txBox="1"/>
          <p:nvPr/>
        </p:nvSpPr>
        <p:spPr>
          <a:xfrm>
            <a:off x="215975" y="1632350"/>
            <a:ext cx="728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 una representación interna ya contiene x^2 y v^2, calcular la energía mediante una combinación lineal resulta sencillo.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" y="0"/>
            <a:ext cx="642936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3550" y="1919149"/>
            <a:ext cx="1766625" cy="35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3550" y="2492548"/>
            <a:ext cx="2420600" cy="105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93013"/>
            <a:ext cx="6429350" cy="3592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57625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015076" cy="325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4800" y="3047100"/>
            <a:ext cx="5019201" cy="209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1025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4327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6615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8698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6609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8273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9322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3094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141" y="0"/>
            <a:ext cx="689771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7650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9750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782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6825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8406" y="0"/>
            <a:ext cx="682718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3086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7872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926" y="0"/>
            <a:ext cx="688214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330" y="0"/>
            <a:ext cx="691134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